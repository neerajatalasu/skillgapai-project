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AC0E5-706A-4CE4-93E6-124BE3320CBE}" v="6" dt="2025-12-01T13:50:13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kanth talasu" userId="b9380fcaaeccb6e3" providerId="LiveId" clId="{9B8844DA-F403-4369-BFC8-D5D9E6CE1471}"/>
    <pc:docChg chg="custSel addSld modSld">
      <pc:chgData name="umakanth talasu" userId="b9380fcaaeccb6e3" providerId="LiveId" clId="{9B8844DA-F403-4369-BFC8-D5D9E6CE1471}" dt="2025-12-01T13:51:42.952" v="176" actId="20577"/>
      <pc:docMkLst>
        <pc:docMk/>
      </pc:docMkLst>
      <pc:sldChg chg="modSp mod">
        <pc:chgData name="umakanth talasu" userId="b9380fcaaeccb6e3" providerId="LiveId" clId="{9B8844DA-F403-4369-BFC8-D5D9E6CE1471}" dt="2025-12-01T13:46:32.425" v="78" actId="255"/>
        <pc:sldMkLst>
          <pc:docMk/>
          <pc:sldMk cId="0" sldId="256"/>
        </pc:sldMkLst>
        <pc:spChg chg="mod">
          <ac:chgData name="umakanth talasu" userId="b9380fcaaeccb6e3" providerId="LiveId" clId="{9B8844DA-F403-4369-BFC8-D5D9E6CE1471}" dt="2025-12-01T13:46:32.425" v="78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umakanth talasu" userId="b9380fcaaeccb6e3" providerId="LiveId" clId="{9B8844DA-F403-4369-BFC8-D5D9E6CE1471}" dt="2025-12-01T13:51:42.952" v="176" actId="20577"/>
        <pc:sldMkLst>
          <pc:docMk/>
          <pc:sldMk cId="0" sldId="263"/>
        </pc:sldMkLst>
        <pc:spChg chg="mod">
          <ac:chgData name="umakanth talasu" userId="b9380fcaaeccb6e3" providerId="LiveId" clId="{9B8844DA-F403-4369-BFC8-D5D9E6CE1471}" dt="2025-12-01T13:51:42.952" v="176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umakanth talasu" userId="b9380fcaaeccb6e3" providerId="LiveId" clId="{9B8844DA-F403-4369-BFC8-D5D9E6CE1471}" dt="2025-12-01T13:48:56.099" v="101" actId="255"/>
        <pc:sldMkLst>
          <pc:docMk/>
          <pc:sldMk cId="0" sldId="264"/>
        </pc:sldMkLst>
        <pc:spChg chg="mod">
          <ac:chgData name="umakanth talasu" userId="b9380fcaaeccb6e3" providerId="LiveId" clId="{9B8844DA-F403-4369-BFC8-D5D9E6CE1471}" dt="2025-12-01T13:48:56.099" v="101" actId="255"/>
          <ac:spMkLst>
            <pc:docMk/>
            <pc:sldMk cId="0" sldId="264"/>
            <ac:spMk id="2" creationId="{00000000-0000-0000-0000-000000000000}"/>
          </ac:spMkLst>
        </pc:spChg>
        <pc:picChg chg="del">
          <ac:chgData name="umakanth talasu" userId="b9380fcaaeccb6e3" providerId="LiveId" clId="{9B8844DA-F403-4369-BFC8-D5D9E6CE1471}" dt="2025-12-01T13:46:58.559" v="82" actId="478"/>
          <ac:picMkLst>
            <pc:docMk/>
            <pc:sldMk cId="0" sldId="264"/>
            <ac:picMk id="4" creationId="{00000000-0000-0000-0000-000000000000}"/>
          </ac:picMkLst>
        </pc:picChg>
        <pc:picChg chg="del">
          <ac:chgData name="umakanth talasu" userId="b9380fcaaeccb6e3" providerId="LiveId" clId="{9B8844DA-F403-4369-BFC8-D5D9E6CE1471}" dt="2025-12-01T13:47:00.487" v="83" actId="478"/>
          <ac:picMkLst>
            <pc:docMk/>
            <pc:sldMk cId="0" sldId="264"/>
            <ac:picMk id="5" creationId="{00000000-0000-0000-0000-000000000000}"/>
          </ac:picMkLst>
        </pc:picChg>
        <pc:picChg chg="del">
          <ac:chgData name="umakanth talasu" userId="b9380fcaaeccb6e3" providerId="LiveId" clId="{9B8844DA-F403-4369-BFC8-D5D9E6CE1471}" dt="2025-12-01T13:47:02.921" v="84" actId="478"/>
          <ac:picMkLst>
            <pc:docMk/>
            <pc:sldMk cId="0" sldId="264"/>
            <ac:picMk id="6" creationId="{00000000-0000-0000-0000-000000000000}"/>
          </ac:picMkLst>
        </pc:picChg>
        <pc:picChg chg="del">
          <ac:chgData name="umakanth talasu" userId="b9380fcaaeccb6e3" providerId="LiveId" clId="{9B8844DA-F403-4369-BFC8-D5D9E6CE1471}" dt="2025-12-01T13:47:04.625" v="85" actId="478"/>
          <ac:picMkLst>
            <pc:docMk/>
            <pc:sldMk cId="0" sldId="264"/>
            <ac:picMk id="7" creationId="{00000000-0000-0000-0000-000000000000}"/>
          </ac:picMkLst>
        </pc:picChg>
        <pc:picChg chg="add del mod">
          <ac:chgData name="umakanth talasu" userId="b9380fcaaeccb6e3" providerId="LiveId" clId="{9B8844DA-F403-4369-BFC8-D5D9E6CE1471}" dt="2025-12-01T13:46:56.199" v="81" actId="478"/>
          <ac:picMkLst>
            <pc:docMk/>
            <pc:sldMk cId="0" sldId="264"/>
            <ac:picMk id="8" creationId="{CC06DAE6-2800-13B3-79AC-2972E758908E}"/>
          </ac:picMkLst>
        </pc:picChg>
        <pc:picChg chg="add mod">
          <ac:chgData name="umakanth talasu" userId="b9380fcaaeccb6e3" providerId="LiveId" clId="{9B8844DA-F403-4369-BFC8-D5D9E6CE1471}" dt="2025-12-01T13:48:32.725" v="99" actId="14100"/>
          <ac:picMkLst>
            <pc:docMk/>
            <pc:sldMk cId="0" sldId="264"/>
            <ac:picMk id="10" creationId="{454A5A37-800C-A232-A18C-455B574B0CB6}"/>
          </ac:picMkLst>
        </pc:picChg>
        <pc:picChg chg="add mod">
          <ac:chgData name="umakanth talasu" userId="b9380fcaaeccb6e3" providerId="LiveId" clId="{9B8844DA-F403-4369-BFC8-D5D9E6CE1471}" dt="2025-12-01T13:48:38.752" v="100" actId="14100"/>
          <ac:picMkLst>
            <pc:docMk/>
            <pc:sldMk cId="0" sldId="264"/>
            <ac:picMk id="12" creationId="{A242761B-3E98-8877-D1B2-B2BDEF072779}"/>
          </ac:picMkLst>
        </pc:picChg>
      </pc:sldChg>
      <pc:sldChg chg="addSp delSp modSp new mod">
        <pc:chgData name="umakanth talasu" userId="b9380fcaaeccb6e3" providerId="LiveId" clId="{9B8844DA-F403-4369-BFC8-D5D9E6CE1471}" dt="2025-12-01T13:49:51.868" v="110" actId="1076"/>
        <pc:sldMkLst>
          <pc:docMk/>
          <pc:sldMk cId="580731883" sldId="268"/>
        </pc:sldMkLst>
        <pc:spChg chg="del">
          <ac:chgData name="umakanth talasu" userId="b9380fcaaeccb6e3" providerId="LiveId" clId="{9B8844DA-F403-4369-BFC8-D5D9E6CE1471}" dt="2025-12-01T13:49:11.843" v="103"/>
          <ac:spMkLst>
            <pc:docMk/>
            <pc:sldMk cId="580731883" sldId="268"/>
            <ac:spMk id="3" creationId="{FC524052-CCBD-15B6-8262-2891E0C32783}"/>
          </ac:spMkLst>
        </pc:spChg>
        <pc:picChg chg="add mod">
          <ac:chgData name="umakanth talasu" userId="b9380fcaaeccb6e3" providerId="LiveId" clId="{9B8844DA-F403-4369-BFC8-D5D9E6CE1471}" dt="2025-12-01T13:49:45.644" v="109" actId="14100"/>
          <ac:picMkLst>
            <pc:docMk/>
            <pc:sldMk cId="580731883" sldId="268"/>
            <ac:picMk id="5" creationId="{CDD04D06-395C-C588-CD33-E12E417C7095}"/>
          </ac:picMkLst>
        </pc:picChg>
        <pc:picChg chg="add mod">
          <ac:chgData name="umakanth talasu" userId="b9380fcaaeccb6e3" providerId="LiveId" clId="{9B8844DA-F403-4369-BFC8-D5D9E6CE1471}" dt="2025-12-01T13:49:51.868" v="110" actId="1076"/>
          <ac:picMkLst>
            <pc:docMk/>
            <pc:sldMk cId="580731883" sldId="268"/>
            <ac:picMk id="7" creationId="{1F0E4209-A897-B7B8-E897-75CCF072B2A9}"/>
          </ac:picMkLst>
        </pc:picChg>
      </pc:sldChg>
      <pc:sldChg chg="addSp delSp modSp new mod">
        <pc:chgData name="umakanth talasu" userId="b9380fcaaeccb6e3" providerId="LiveId" clId="{9B8844DA-F403-4369-BFC8-D5D9E6CE1471}" dt="2025-12-01T13:50:32.881" v="130" actId="255"/>
        <pc:sldMkLst>
          <pc:docMk/>
          <pc:sldMk cId="4123117164" sldId="269"/>
        </pc:sldMkLst>
        <pc:spChg chg="mod">
          <ac:chgData name="umakanth talasu" userId="b9380fcaaeccb6e3" providerId="LiveId" clId="{9B8844DA-F403-4369-BFC8-D5D9E6CE1471}" dt="2025-12-01T13:50:32.881" v="130" actId="255"/>
          <ac:spMkLst>
            <pc:docMk/>
            <pc:sldMk cId="4123117164" sldId="269"/>
            <ac:spMk id="2" creationId="{B72776B9-8B6B-3AE6-6259-7E42C8331156}"/>
          </ac:spMkLst>
        </pc:spChg>
        <pc:spChg chg="del">
          <ac:chgData name="umakanth talasu" userId="b9380fcaaeccb6e3" providerId="LiveId" clId="{9B8844DA-F403-4369-BFC8-D5D9E6CE1471}" dt="2025-12-01T13:50:13.377" v="112"/>
          <ac:spMkLst>
            <pc:docMk/>
            <pc:sldMk cId="4123117164" sldId="269"/>
            <ac:spMk id="3" creationId="{A5521627-2089-6554-6331-AC25EBB3E5E2}"/>
          </ac:spMkLst>
        </pc:spChg>
        <pc:picChg chg="add mod">
          <ac:chgData name="umakanth talasu" userId="b9380fcaaeccb6e3" providerId="LiveId" clId="{9B8844DA-F403-4369-BFC8-D5D9E6CE1471}" dt="2025-12-01T13:50:16.872" v="113" actId="1076"/>
          <ac:picMkLst>
            <pc:docMk/>
            <pc:sldMk cId="4123117164" sldId="269"/>
            <ac:picMk id="5" creationId="{5BC1CF23-0A63-D74B-B66A-6B10632ED5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7AEDD-23F8-4ADE-BBD8-4FE08E106B6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6F727-226E-434B-AEAE-D4FF4313041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290" y="370197"/>
            <a:ext cx="11562735" cy="323481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sz="36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INFOSYS SPRINGBOARD – VIRTUAL INTERNSHIP 6.0</a:t>
            </a:r>
            <a:br>
              <a:rPr lang="en-US" sz="34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sz="27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Project Title:</a:t>
            </a:r>
            <a:br>
              <a:rPr lang="en-US" sz="27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br>
              <a:rPr lang="en-US" sz="27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SkillGapAI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– Analyzing Resume and Job Post for Skill Gap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3290" y="4870450"/>
            <a:ext cx="4247535" cy="127967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Submitted by:</a:t>
            </a:r>
          </a:p>
          <a:p>
            <a:r>
              <a:rPr lang="en-US" sz="1800" dirty="0"/>
              <a:t>Neeraja Talasu</a:t>
            </a:r>
          </a:p>
          <a:p>
            <a:r>
              <a:rPr lang="en-US" sz="1800" dirty="0"/>
              <a:t>talasuneeraja2003@gmail.com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9830" y="4870450"/>
            <a:ext cx="3392805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altLang="en-US" sz="2000" b="1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Under the Guidance of</a:t>
            </a:r>
            <a:r>
              <a:rPr lang="en-US" sz="2000" b="1" dirty="0"/>
              <a:t>:</a:t>
            </a:r>
            <a:endParaRPr lang="en-US" b="1" dirty="0"/>
          </a:p>
          <a:p>
            <a:pPr indent="457200">
              <a:lnSpc>
                <a:spcPct val="150000"/>
              </a:lnSpc>
            </a:pPr>
            <a:r>
              <a:rPr lang="en-US" dirty="0"/>
              <a:t>Mr. Eldhose Mathew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ABSTRACT:</a:t>
            </a:r>
            <a:endParaRPr lang="en-IN" sz="5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In today’s competitive job market, job seekers must ensure that their skills align with job requirements. Manual comparison between a resume and job description is time-consuming and often inaccurate. This project, </a:t>
            </a:r>
            <a:r>
              <a:rPr lang="en-US" b="1" dirty="0" err="1"/>
              <a:t>SkillGapAI</a:t>
            </a:r>
            <a:r>
              <a:rPr lang="en-US" dirty="0"/>
              <a:t>, automates the process of analyzing a resume and job post to identify skill gaps using NLP and Sentence-BERT similarity. The system extracts skills from both documents, detects exact, partial, and missing skills, calculates match percentage, and visualizes results in an interactive dashboard.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ll/>
      </p:transition>
    </mc:Choice>
    <mc:Fallback xmlns="">
      <p:transition spd="med"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PROBLEM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Many job seekers struggle to identify how well their skills match the job roles they apply for. Manually comparing job descriptions and resumes is time-consuming and often inaccurate. There is no easy automated tool that analyzes resumes against job requirements and clearly highlights skill gaps. This project addresses this challenge by designing a system that compares both documents and identifies exact, partial, and missing skills using NLP and semantic similarity.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ll/>
      </p:transition>
    </mc:Choice>
    <mc:Fallback xmlns="">
      <p:transition spd="med"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Extract skills from resume and job description using NLP.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Compare skills using semantic similarity with Sentence-BERT.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Identify matched, partially matched, and missing skills.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Display results using interactive visual dashboards.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Provide recommendations for upskilling based on missing skills.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ll/>
      </p:transition>
    </mc:Choice>
    <mc:Fallback xmlns="">
      <p:transition spd="med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SCOPE OF PROJECT: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The project is designed to support job seekers in identifying skill gaps and improving job readiness.</a:t>
            </a:r>
          </a:p>
          <a:p>
            <a:pPr marL="0" indent="0">
              <a:buNone/>
            </a:pPr>
            <a:r>
              <a:rPr lang="en-US" dirty="0"/>
              <a:t>• Enables comparative analysis between resume content and job requirements in a structured and automated manner.</a:t>
            </a:r>
          </a:p>
          <a:p>
            <a:pPr marL="0" indent="0">
              <a:buNone/>
            </a:pPr>
            <a:r>
              <a:rPr lang="en-US" dirty="0"/>
              <a:t>• Helps candidates understand which skills are aligned with the job role and which skills need enhancement.</a:t>
            </a:r>
          </a:p>
          <a:p>
            <a:pPr marL="0" indent="0">
              <a:buNone/>
            </a:pPr>
            <a:r>
              <a:rPr lang="en-US" dirty="0"/>
              <a:t>• Assists recruiters in quickly shortlisting suitable candidates without manually reading every resume.</a:t>
            </a:r>
          </a:p>
          <a:p>
            <a:pPr marL="0" indent="0">
              <a:buNone/>
            </a:pPr>
            <a:r>
              <a:rPr lang="en-US" dirty="0"/>
              <a:t>• Can be applied across multiple industries and job roles as it is not restricted to a single domain.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pull/>
      </p:transition>
    </mc:Choice>
    <mc:Fallback xmlns="">
      <p:transition spd="med"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SYSTEM ARCHITECTURE: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dirty="0"/>
              <a:t>Upload Resume &amp; JD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PDF Text Extraction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Skill Extraction using NLP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Semantic Comparison using BERT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Skill Gap Analysis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Interactive Dashboard &amp; Recommendations</a:t>
            </a:r>
          </a:p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06994" y="1660208"/>
            <a:ext cx="6282812" cy="570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106994" y="2445520"/>
            <a:ext cx="6282812" cy="570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106994" y="3200352"/>
            <a:ext cx="6282812" cy="570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106994" y="4001294"/>
            <a:ext cx="6282812" cy="570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106994" y="4743579"/>
            <a:ext cx="6282812" cy="570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106994" y="5577657"/>
            <a:ext cx="6282812" cy="5707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TECHNOLOGIES USED: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05284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Python</a:t>
            </a:r>
          </a:p>
          <a:p>
            <a:pPr>
              <a:lnSpc>
                <a:spcPct val="150000"/>
              </a:lnSpc>
            </a:pPr>
            <a:r>
              <a:rPr lang="en-IN" dirty="0"/>
              <a:t>Flask</a:t>
            </a:r>
          </a:p>
          <a:p>
            <a:pPr>
              <a:lnSpc>
                <a:spcPct val="150000"/>
              </a:lnSpc>
            </a:pPr>
            <a:r>
              <a:rPr lang="en-IN" dirty="0"/>
              <a:t>NLP</a:t>
            </a:r>
          </a:p>
          <a:p>
            <a:pPr>
              <a:lnSpc>
                <a:spcPct val="150000"/>
              </a:lnSpc>
            </a:pPr>
            <a:r>
              <a:rPr lang="en-IN" dirty="0"/>
              <a:t>Sentence-BERT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Pdfplumber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Pandas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1995948"/>
            <a:ext cx="4611329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NumPy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/>
              <a:t>Plotly</a:t>
            </a:r>
            <a:r>
              <a:rPr lang="en-IN" sz="2800" dirty="0"/>
              <a:t> Charts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HTML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JavaScript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MODULES: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420"/>
            <a:ext cx="10515600" cy="5102225"/>
          </a:xfrm>
        </p:spPr>
        <p:txBody>
          <a:bodyPr>
            <a:normAutofit fontScale="8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File Upload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Text Extraction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NLP Skill Extraction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BERT Similarity Model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Skill Comparison Engine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Dashboard Visualization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Recommendation Engine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• CSV Report Generator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99060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chemeClr val="accent1">
                    <a:lumMod val="75000"/>
                  </a:schemeClr>
                </a:solidFill>
              </a:rPr>
              <a:t>OUTPUT SCREENSHOTS:</a:t>
            </a:r>
            <a:endParaRPr lang="en-IN" sz="5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4A5A37-800C-A232-A18C-455B574B0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7" y="1192452"/>
            <a:ext cx="5511964" cy="3635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42761B-3E98-8877-D1B2-B2BDEF072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348" y="1192452"/>
            <a:ext cx="5948517" cy="3635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4A9C-D2B3-7FDB-7F64-BA78A15D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D04D06-395C-C588-CD33-E12E417C7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711" y="294967"/>
            <a:ext cx="7354528" cy="20703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0E4209-A897-B7B8-E897-75CCF072B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711" y="2685564"/>
            <a:ext cx="7354529" cy="361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3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76B9-8B6B-3AE6-6259-7E42C833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Generated Report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C1CF23-0A63-D74B-B66A-6B10632ED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29" y="1884619"/>
            <a:ext cx="6856845" cy="4351338"/>
          </a:xfrm>
        </p:spPr>
      </p:pic>
    </p:spTree>
    <p:extLst>
      <p:ext uri="{BB962C8B-B14F-4D97-AF65-F5344CB8AC3E}">
        <p14:creationId xmlns:p14="http://schemas.microsoft.com/office/powerpoint/2010/main" val="412311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RESULT: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Detects matched, partially matched, and missing skills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Calculates skill readiness score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Displays visual distribution of skills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Generates recommendations for upskilling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CONCLUSION: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174" y="1520825"/>
            <a:ext cx="10515600" cy="1603375"/>
          </a:xfrm>
        </p:spPr>
        <p:txBody>
          <a:bodyPr>
            <a:normAutofit fontScale="9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project successfully automates skill gap analysis between resume and job description using NLP and AI-based similarity. It supports job seekers in improving employability and helps recruiters streamline screening.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3332162"/>
            <a:ext cx="10515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Future Enhancements: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074173" y="4076827"/>
            <a:ext cx="984946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/>
              <a:t>• AI-based resume improvement suggestions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• Career recommendations based on profile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• Multi-language support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• Cloud deployment &amp; mobile app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45130"/>
            <a:ext cx="12191365" cy="19240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500" b="1" dirty="0">
                <a:solidFill>
                  <a:schemeClr val="accent1">
                    <a:lumMod val="75000"/>
                  </a:schemeClr>
                </a:solidFill>
              </a:rPr>
              <a:t>THANK YOU!!</a:t>
            </a:r>
            <a:endParaRPr lang="en-IN" sz="55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541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Adobe Gothic Std B</vt:lpstr>
      <vt:lpstr>Arial</vt:lpstr>
      <vt:lpstr>Calibri</vt:lpstr>
      <vt:lpstr>Calibri Light</vt:lpstr>
      <vt:lpstr>Office Theme</vt:lpstr>
      <vt:lpstr>        INFOSYS SPRINGBOARD – VIRTUAL INTERNSHIP 6.0  Project Title:  SkillGapAI – Analyzing Resume and Job Post for Skill Gap</vt:lpstr>
      <vt:lpstr>ABSTRACT:</vt:lpstr>
      <vt:lpstr>PROBLEM STATEMENT:</vt:lpstr>
      <vt:lpstr>OBJECTIVES:</vt:lpstr>
      <vt:lpstr>SCOPE OF PROJECT:</vt:lpstr>
      <vt:lpstr>SYSTEM ARCHITECTURE:</vt:lpstr>
      <vt:lpstr>TECHNOLOGIES USED:</vt:lpstr>
      <vt:lpstr>MODULES:</vt:lpstr>
      <vt:lpstr>OUTPUT SCREENSHOTS:</vt:lpstr>
      <vt:lpstr>PowerPoint Presentation</vt:lpstr>
      <vt:lpstr>Generated Report</vt:lpstr>
      <vt:lpstr>RESULT: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umakanth talasu</dc:creator>
  <cp:lastModifiedBy>umakanth talasu</cp:lastModifiedBy>
  <cp:revision>4</cp:revision>
  <dcterms:created xsi:type="dcterms:W3CDTF">2025-11-27T13:07:00Z</dcterms:created>
  <dcterms:modified xsi:type="dcterms:W3CDTF">2025-12-01T13:51:49Z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0E8672E0C10048B48842431F38104644_12</vt:lpwstr>
  </property>
  <property fmtid="{D5CDD505-2E9C-101B-9397-08002B2CF9AE}" pid="3" name="KSOProductBuildVer">
    <vt:lpwstr>1033-12.2.0.23155</vt:lpwstr>
  </property>
</Properties>
</file>